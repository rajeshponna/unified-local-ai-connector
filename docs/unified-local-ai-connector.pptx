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343B"/>
                </a:solidFill>
                <a:latin typeface="Arial"/>
              </a:rPr>
              <a:t>Throughput (requests/second) by parallel requests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Ollama</c:v>
                </c:pt>
              </c:strCache>
            </c:strRef>
          </c:tx>
          <c:spPr>
            <a:solidFill>
              <a:srgbClr val="5B7A8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3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5.88</c:v>
                </c:pt>
                <c:pt idx="1">
                  <c:v>6.61</c:v>
                </c:pt>
                <c:pt idx="2">
                  <c:v>6.72</c:v>
                </c:pt>
                <c:pt idx="3">
                  <c:v>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</c:v>
                </c:pt>
              </c:strCache>
            </c:strRef>
          </c:tx>
          <c:spPr>
            <a:solidFill>
              <a:srgbClr val="0E5E6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3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2.37</c:v>
                </c:pt>
                <c:pt idx="1">
                  <c:v>9.61</c:v>
                </c:pt>
                <c:pt idx="2">
                  <c:v>19</c:v>
                </c:pt>
                <c:pt idx="3">
                  <c:v>34.21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23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Parallel requests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one connector that lets Camunda workflows call AI models running on your own hardware, through any OpenAI-compatible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with bench.sh, one engine at a time. vLLM AWQ, Ollama GGUF Q4_K_M, temperature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Created by Rajesh Ponna. More inference engines will be added to this connector in future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9436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3" name="Image 0" descr="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83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Local AI Connector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Camunda 8 connector for any local inference engine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local AI directly into Camunda workflows, without changing your BPMN when you switch inference engines.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0A3F4A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74520" y="356616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0A3F4A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74520" y="3566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17520" y="3566160"/>
            <a:ext cx="2103120" cy="411480"/>
          </a:xfrm>
          <a:prstGeom prst="roundRect">
            <a:avLst>
              <a:gd name="adj" fmla="val 22222"/>
            </a:avLst>
          </a:prstGeom>
          <a:solidFill>
            <a:srgbClr val="0A3F4A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Ollama. Scale with vLLM.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business workflows is expensive, risky, or fragmented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48132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request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charges for every call. A workflow running thousands of times a day turns AI into a growing bill.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2F8F8"/>
          </a:solidFill>
          <a:ln/>
        </p:spPr>
      </p:sp>
      <p:sp>
        <p:nvSpPr>
          <p:cNvPr id="9" name="Shape 6"/>
          <p:cNvSpPr/>
          <p:nvPr/>
        </p:nvSpPr>
        <p:spPr>
          <a:xfrm>
            <a:off x="4800600" y="150876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76672" y="148132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your walls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contracts, and patient notes go to a third-party API. Many teams are not allowed to do that.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2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218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308152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 is different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vLLM, and others each have their own setup and API paths. Switching means rework in every process.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63440" y="29718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2F8F8"/>
          </a:solidFill>
          <a:ln/>
        </p:spPr>
      </p:sp>
      <p:sp>
        <p:nvSpPr>
          <p:cNvPr id="17" name="Shape 12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218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76672" y="308152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vs production gap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is easy on a laptop is not the one that handles production load.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connector?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run on any local engine, switch without rewriting the BPMN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connector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E5E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91640" y="1920240"/>
            <a:ext cx="822960" cy="0"/>
          </a:xfrm>
          <a:prstGeom prst="line">
            <a:avLst/>
          </a:prstGeom>
          <a:noFill/>
          <a:ln w="19050">
            <a:solidFill>
              <a:srgbClr val="5B7A80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16916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2F8F8"/>
          </a:solidFill>
          <a:ln w="12700">
            <a:solidFill>
              <a:srgbClr val="5B7A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E5E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350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91640" y="2578608"/>
            <a:ext cx="822960" cy="0"/>
          </a:xfrm>
          <a:prstGeom prst="line">
            <a:avLst/>
          </a:prstGeom>
          <a:noFill/>
          <a:ln w="19050">
            <a:solidFill>
              <a:srgbClr val="5B7A80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235000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2F8F8"/>
          </a:solidFill>
          <a:ln w="12700">
            <a:solidFill>
              <a:srgbClr val="5B7A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08376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E5E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0083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91640" y="3236976"/>
            <a:ext cx="822960" cy="0"/>
          </a:xfrm>
          <a:prstGeom prst="line">
            <a:avLst/>
          </a:prstGeom>
          <a:noFill/>
          <a:ln w="19050">
            <a:solidFill>
              <a:srgbClr val="5B7A80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60320" y="300837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2F8F8"/>
          </a:solidFill>
          <a:ln w="12700">
            <a:solidFill>
              <a:srgbClr val="5B7A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30083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E5E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6667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91640" y="3895344"/>
            <a:ext cx="822960" cy="0"/>
          </a:xfrm>
          <a:prstGeom prst="line">
            <a:avLst/>
          </a:prstGeom>
          <a:noFill/>
          <a:ln w="19050">
            <a:solidFill>
              <a:srgbClr val="5B7A80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60320" y="366674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2F8F8"/>
          </a:solidFill>
          <a:ln w="12700">
            <a:solidFill>
              <a:srgbClr val="5B7A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60320" y="3666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43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integration per engine. Switching engines can mean changing the process.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1280160"/>
            <a:ext cx="0" cy="3566160"/>
          </a:xfrm>
          <a:prstGeom prst="line">
            <a:avLst/>
          </a:prstGeom>
          <a:noFill/>
          <a:ln w="12700">
            <a:solidFill>
              <a:srgbClr val="C9DE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Unified Local AI Connector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E5E6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2331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79008" y="2606040"/>
            <a:ext cx="320040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214884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5B30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79208" y="2606040"/>
            <a:ext cx="320040" cy="-59436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26680" y="173736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2F8F8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17373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79208" y="2606040"/>
            <a:ext cx="320040" cy="27432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26680" y="260604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2F8F8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26680" y="2606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79208" y="2606040"/>
            <a:ext cx="320040" cy="114300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26680" y="347472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2F8F8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26680" y="34747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754880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BPMN task stays the same. Change the Provider, Base URL, and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connector in the middle: engines on one side, your workflow on the other</a:t>
            </a:r>
            <a:endParaRPr lang="en-US" sz="1300" dirty="0"/>
          </a:p>
        </p:txBody>
      </p:sp>
      <p:pic>
        <p:nvPicPr>
          <p:cNvPr id="4" name="Image 0" descr="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7406640" cy="3895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Camunda 8 outbound connector plus an element template for Desktop Modeler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8988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task for AI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into any BPMN process, write a prompt, and get the answer back as process variables.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F8F8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670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253288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dropdown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Ollama, vLLM, or any OpenAI-compatible server. Base URL and hints change with the choice.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813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367588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API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 is called through POST /v1/chat/completions, so any compatible engine plugs in.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8.9 Self-Managed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21, no bundled libraries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10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HttpClient, HTTP/1.1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BPMN task to a local model and back, in one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0E5E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645920"/>
            <a:ext cx="1463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task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provider,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47088" y="2212848"/>
            <a:ext cx="237744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16459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0E5E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03120" y="1645920"/>
            <a:ext cx="1463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jar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84448" y="2212848"/>
            <a:ext cx="237744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6459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5B3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40480" y="1645920"/>
            <a:ext cx="1463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/v1/chat/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21808" y="2212848"/>
            <a:ext cx="237744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16459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0E5E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1645920"/>
            <a:ext cx="1463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vLLM,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other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59168" y="2212848"/>
            <a:ext cx="237744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164592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0E5E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1645920"/>
            <a:ext cx="1463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variables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json,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process model on a laptop (Ollama) and a GPU server (vLLM). Only the Provider, Base URL, and Model fields change.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 useful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get from running AI this 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8988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per-request API fees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on your own hardware; pay only for the infrastructure you operate.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9" name="Shape 6"/>
          <p:cNvSpPr/>
          <p:nvPr/>
        </p:nvSpPr>
        <p:spPr>
          <a:xfrm>
            <a:off x="338328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59352" y="138988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your infrastructure, on your GPU.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527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48272" y="138988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 prod, same BPMN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Ollama, deploy on vLLM, change one dropdown.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17" name="Shape 12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2644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312724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answers into a schema; use json.field in the next step.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21" name="Shape 15"/>
          <p:cNvSpPr/>
          <p:nvPr/>
        </p:nvSpPr>
        <p:spPr>
          <a:xfrm>
            <a:off x="3383280" y="31546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26440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959352" y="312724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metrics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response time come back with every answer.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25" name="Shape 18"/>
          <p:cNvSpPr/>
          <p:nvPr/>
        </p:nvSpPr>
        <p:spPr>
          <a:xfrm>
            <a:off x="6172200" y="31546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6440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48272" y="312724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OpenAI-compatible engine works without code changes.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workflow steps that need a model, not a person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8988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triage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Summarize, categorize, and flag urgent tickets before routing.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9" name="Shape 6"/>
          <p:cNvSpPr/>
          <p:nvPr/>
        </p:nvSpPr>
        <p:spPr>
          <a:xfrm>
            <a:off x="338328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59352" y="138988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summaries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contracts, reports, and emails into one paragraph.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527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48272" y="138988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request and send it down the right BPMN branch.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17" name="Shape 12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2644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312724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names, dates, and amounts out of text as clean JSON.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21" name="Shape 15"/>
          <p:cNvSpPr/>
          <p:nvPr/>
        </p:nvSpPr>
        <p:spPr>
          <a:xfrm>
            <a:off x="3383280" y="31546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26440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959352" y="312724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and public sector data never leaves the building.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8F8"/>
          </a:solidFill>
          <a:ln/>
        </p:spPr>
      </p:sp>
      <p:sp>
        <p:nvSpPr>
          <p:cNvPr id="25" name="Shape 18"/>
          <p:cNvSpPr/>
          <p:nvPr/>
        </p:nvSpPr>
        <p:spPr>
          <a:xfrm>
            <a:off x="6172200" y="31546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6440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48272" y="3127248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engines in parallel and compare answers and speed.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vs vLLM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two jobs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models easily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 models at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Development, demos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traffic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(this setup)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laptop, CPU or GPU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GPU required for this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requests at once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Batched together on the GPU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GGUF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(AWQ, safetensors)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Strictly enforced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Ollama. Scale with vLLM.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connector, same BPMN, from first idea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5E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556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on your laptop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process, test prompts, iterate fast. CPU is enough.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35808" y="2880360"/>
            <a:ext cx="237744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5E6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7556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engines side by side in one process and compare.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70448" y="2880360"/>
            <a:ext cx="237744" cy="0"/>
          </a:xfrm>
          <a:prstGeom prst="line">
            <a:avLst/>
          </a:prstGeom>
          <a:noFill/>
          <a:ln w="2540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5E6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86600" y="1600200"/>
            <a:ext cx="640080" cy="64008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7556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264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on a GPU server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Provider dropdown. Throughput scales with load.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benchmark on RTX 3050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(Qwen 2.5 1.5B, 4-bit), 4 GB laptop GPU, 64-token answers. Your hardware will differ.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2F8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72200" y="1353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E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 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847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single request: fastest for one user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514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2F8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2587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E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0.58 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20 requests at once, all answered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2F8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38221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5x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4315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throughput vs Ollama at 20 parallel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5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steps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guide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fresh Windows laptop to a working AI task in Camunda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setup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category first: it decides which steps you need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5B7A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on CPU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laptop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driver, no toolkit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2697480" y="1417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E5E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development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on GPU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 Container Toolkit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1417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A3F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production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vLLM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(required for this setup)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with CUDA 13+ and toolkit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1417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5B30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+ vLLM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GPU, or one at a time on 4 GB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 toolkit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start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requirements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81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4416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WSL2 Ubuntu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commands run in the Ubuntu terminal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9" name="Shape 6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76672" y="134416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driver (GPU only)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should show CUDA 13 or newer for the latest vLLM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720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670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253288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 WSL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with Docker Compose v2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6344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17" name="Shape 12"/>
          <p:cNvSpPr/>
          <p:nvPr/>
        </p:nvSpPr>
        <p:spPr>
          <a:xfrm>
            <a:off x="4800600" y="2560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67004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76672" y="253288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 8.9 distribution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docker-compose folder (it provides configuration/)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21" name="Shape 15"/>
          <p:cNvSpPr/>
          <p:nvPr/>
        </p:nvSpPr>
        <p:spPr>
          <a:xfrm>
            <a:off x="594360" y="374904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8587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70432" y="372160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JDK 21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the connector jar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25" name="Shape 18"/>
          <p:cNvSpPr/>
          <p:nvPr/>
        </p:nvSpPr>
        <p:spPr>
          <a:xfrm>
            <a:off x="4800600" y="374904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85876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76672" y="3721608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Modeler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the template and model processes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Docker access to the GPU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setups only. Skip for Ollama on CPU.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337560"/>
          </a:xfrm>
          <a:prstGeom prst="roundRect">
            <a:avLst>
              <a:gd name="adj" fmla="val 2192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nvidia-smi                                       # GPU visible in WSL?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https://nvidia.github.io/libnvidia-container/gpgkey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sudo gpg --dearmor -o /usr/share/keyrings/nvidia-container-toolkit-keyring.gpg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-L https://nvidia.github.io/libnvidia-container/stable/deb/nvidia-container-toolkit.list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sed 's#deb https://#deb [signed-by=/usr/share/keyrings/nvidia-container-toolkit-keyring.gpg] https://#g'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sudo tee /etc/apt/sources.list.d/nvidia-container-toolkit.list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update &amp;&amp; sudo apt-get install -y nvidia-container-toolkit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nvidia-ctk runtime configure --runtime=docker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nvidia-ctk cdi generate --output=/etc/cdi/nvidia.yaml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restart docker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--gpus all nvidia/cuda:12.4.1-base-ubuntu22.04 nvidia-smi   # test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driver update, run the cdi generate line and restart Docker again.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shared models folder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for every engine, organized by file format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~/aimodels/{huggingface,gguf,ollama,cache}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-R $USER:$USER ~/aimodels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~/aimodels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026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56032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~/aimodels/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huggingface/  vLLM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qwen2.5-1.5b-awq/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gguf/         llama.cpp, LM Studio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ollama/       Ollama's own 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models/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cache/        downloads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11" name="Shape 9"/>
          <p:cNvSpPr/>
          <p:nvPr/>
        </p:nvSpPr>
        <p:spPr>
          <a:xfrm>
            <a:off x="5074920" y="137160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48132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50992" y="1344168"/>
            <a:ext cx="2926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inside Linux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~/aimodels loads fast. Folders on /mnt/d are much slower for every engine start.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937760" y="242316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74920" y="25603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67004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50992" y="2532888"/>
            <a:ext cx="2926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from Windows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\\wsl$\Ubuntu\home\&lt;you&gt;\aimodels in File Explorer.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937760" y="361188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/>
        </p:spPr>
      </p:sp>
      <p:sp>
        <p:nvSpPr>
          <p:cNvPr id="19" name="Shape 15"/>
          <p:cNvSpPr/>
          <p:nvPr/>
        </p:nvSpPr>
        <p:spPr>
          <a:xfrm>
            <a:off x="5074920" y="374904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385876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50992" y="3721608"/>
            <a:ext cx="2926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family-size-variant, lowercase: qwen2.5-1.5b-awq.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models for each engine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needed: the vLLM image includes the hf download tool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(Hugging Face format)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026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57276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~/aimodels/huggingface:/models --entrypoint hf vllm/vllm-openai:latest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download Qwen/Qwen2.5-1.5B-Instruct-AWQ --local-dir /models/qwen2.5-1.5b-awq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chown -R $USER:$USER ~/aimodels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(after the ollama container is running)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026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9443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ollama pull qwen2.5:1.5b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ollama list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2F8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79476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90448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70432" y="376732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copies of the same model?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reads Hugging Face AWQ, Ollama reads GGUF. Each engine gets the format it runs fastest; the extra copy is about 1 GB.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and load the connector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jar, mounted into the Camunda Connectors container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connector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package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 target/unified-local-ai-connector-0.1.0.jar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it next to Camunda's docker-compose.yaml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target/unified-local-ai-connector-0.1.0.jar &lt;camunda-8.9 folder&gt;/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docker-compose.yaml, under connectors: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7296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026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2644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./unified-local-ai-connector-0.1.0.jar:/opt/custom/unified-local-ai-connector.jar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jar file is missing, Docker creates an empty folder with its name instead, and tasks wait forever. Check with: docker exec connectors ls -la /opt/custom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engines to docker-compose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 has profiles: ["engine"], so it starts only when named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3794760"/>
          </a:xfrm>
          <a:prstGeom prst="roundRect">
            <a:avLst>
              <a:gd name="adj" fmla="val 1928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4663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vllm/vllm-openai:latest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container_name: vllm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profiles: ["engine"]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--model ${VLLM_MODEL:-/models/qwen2.5-1.5b-awq}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--served-model-name ${VLLM_MODEL_NAME:-qwen2.5-1.5b-awq}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--gpu-memory-utilization 0.7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--max-model-len 4096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--enforce-eager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["8000:8000"]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[HF_HOME=/cache]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~/aimodels/huggingface:/models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~/aimodels/cache:/cache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[camunda]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deploy: { resources: { reservations: { devices: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 { driver: nvidia, count: all, capabilities: [gpu] } ] } } 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2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0" y="1298448"/>
            <a:ext cx="28620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--served-model-name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you type in the connector: qwen2.5-1.5b-awq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577840" y="214884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2F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2258568"/>
            <a:ext cx="28620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--gpu-memory-utilization 0.7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Laptops: the display uses part of the GPU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577840" y="31089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15000" y="3218688"/>
            <a:ext cx="28620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networks: camunda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connectors reach http://vllm:8000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77840" y="406908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2F8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4178808"/>
            <a:ext cx="28620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devices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container the GPU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Ollama block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GPU, or on CPU with no NVIDIA software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ollama/ollama:latest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container_name: ollama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profiles: ["engine"]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["11434:11434"]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~/aimodels/ollama:/root/.ollama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~/aimodels/gguf:/gguf:ro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[camunda]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resources: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reservations: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devices: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driver: nvidia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count: 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capabilities: [gpu]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0" y="13258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4356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91072" y="1298448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laptop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deploy: section. Works without a driver, just slower.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577840" y="22860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0" y="242316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25328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91072" y="2395728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11434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any host Ollama first: sudo systemctl stop ollama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577840" y="33832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0" y="352044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36301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91072" y="3493008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host models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mv /usr/share/ollama/.ollama/models ~/aimodels/ollama/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Start, stop, and verify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engines you want; the rest stay off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compose up -d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compose up -d orchestration connectors vllm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+ vLLM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compose up -d orchestration connectors ollama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+ Ollama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compose up -d orchestration connectors ollama vllm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Camunda + both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compose --profile "*" down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everything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026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3703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http://localhost:8000/v1/models                                         # from your laptop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connectors sh -c "wget -qO- http://vllm:8000/v1/models"      # from Camunda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works but Camunda fails: check networks. Both fail: check docker logs vllm.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the template in Modeler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pick a provider per task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element-templates/unified-local-ai-connector.json into: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%APPDATA%\camunda-modeler\resources\element-templates\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Desktop Modeler.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(your engine's name)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http://vllm:8000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qwen2.5-1.5b-awq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in Docker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http://ollama:11434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qwen2.5:1.5b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on host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http://host.docker.internal:11434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ollama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&lt;server&gt;:&lt;port&gt;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/v1/models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field starts empty on purpose: enter the model actually running in your engine.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it in a BPMN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four fields, map the result,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98448"/>
            <a:ext cx="3685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(optional) and user prompt, e.g. ="Summarize: " + ticketText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2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167128"/>
            <a:ext cx="3685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options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to 1, max tokens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2F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035808"/>
            <a:ext cx="3685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or JSON with an optional schema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904488"/>
            <a:ext cx="36850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expression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={ aiAnswer: answer, tokens: totalTokens }. Without it, nothing is stored.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026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1280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"Payment failed; needs access today.",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"json": { "category": "billing", "urgent": true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"promptTokens": 45,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"completionTokens": 18,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"totalTokens": 63,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"durationMs": 820,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"qwen2.5-1.5b-awq",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"provider": "vllm",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"finishReason": "stop"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mode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forced to return exactly the fields you define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10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"category": { "type": "string",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"enum": ["billing","technical","general"]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"urgent":   { "type": "boolean"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["category", "urgent"]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102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7492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 category: json.category,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urgent:   json.urgent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21945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0" y="233172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244144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50992" y="2304288"/>
            <a:ext cx="2926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 the result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category in a gateway condition: billing to finance, technical to IT, urgent to a fast lane.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937760" y="352044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2F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74920" y="365760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37673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50992" y="3630168"/>
            <a:ext cx="2926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Strictest on vLLM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enforces the schema during generation. Ollama supports it too; test before relying on it.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engines, one workflow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gateway sends the same ticket to vLLM and Ollama at the same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3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48840"/>
            <a:ext cx="640080" cy="640080"/>
          </a:xfrm>
          <a:prstGeom prst="diamond">
            <a:avLst/>
          </a:prstGeom>
          <a:solidFill>
            <a:srgbClr val="F5B30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3B"/>
                </a:solidFill>
              </a:rPr>
              <a:t>+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E5E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68880" y="132588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(vLLM)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qwen2.5-1.5b-awq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8803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E5E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6888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(Ollama)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148840"/>
            <a:ext cx="640080" cy="640080"/>
          </a:xfrm>
          <a:prstGeom prst="diamond">
            <a:avLst/>
          </a:prstGeom>
          <a:solidFill>
            <a:srgbClr val="F5B30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3B"/>
                </a:solidFill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2240280"/>
            <a:ext cx="457200" cy="4572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23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468880"/>
            <a:ext cx="365760" cy="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00200" y="2148840"/>
            <a:ext cx="0" cy="-45720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600200" y="1691640"/>
            <a:ext cx="868680" cy="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00200" y="2788920"/>
            <a:ext cx="0" cy="45720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600200" y="3246120"/>
            <a:ext cx="868680" cy="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1691640"/>
            <a:ext cx="868680" cy="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40680" y="1691640"/>
            <a:ext cx="0" cy="45720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3246120"/>
            <a:ext cx="868680" cy="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40680" y="3246120"/>
            <a:ext cx="0" cy="-45720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60720" y="2468880"/>
            <a:ext cx="457200" cy="0"/>
          </a:xfrm>
          <a:prstGeom prst="line">
            <a:avLst/>
          </a:prstGeom>
          <a:noFill/>
          <a:ln w="19050">
            <a:solidFill>
              <a:srgbClr val="12343B"/>
            </a:solidFill>
            <a:prstDash val="solid"/>
            <a:tailEnd type="triangle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vllmSummary / ollamaSummary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summary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vllmCategory / ollamaCategory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billing, technical, general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vllmMs / ollamaMs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858000" y="1325880"/>
            <a:ext cx="192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writes prefixed variables, so answers never overwrite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it yourself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bench.sh sends N parallel requests and reports time and throughput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10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bench.sh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Ollama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stop vllm &amp;&amp; docker compose up -d ollama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1 1 5 10 20; do ./bench.sh http://localhost:11434 qwen2.5:1.5b $n; done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stop ollama &amp;&amp; docker compose up -d vllm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curl -sf http://localhost:8000/v1/models &gt;/dev/null; do sleep 5; done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1 1 5 10 20; do ./bench.sh http://localhost:8000 qwen2.5-1.5b-awq $n; done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7216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35844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size, one engine at a time, first run is a warm-up.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/>
        </p:spPr>
      </p:sp>
      <p:sp>
        <p:nvSpPr>
          <p:cNvPr id="11" name="Shape 8"/>
          <p:cNvSpPr/>
          <p:nvPr/>
        </p:nvSpPr>
        <p:spPr>
          <a:xfrm>
            <a:off x="4800600" y="3611880"/>
            <a:ext cx="457200" cy="457200"/>
          </a:xfrm>
          <a:prstGeom prst="ellipse">
            <a:avLst/>
          </a:prstGeom>
          <a:solidFill>
            <a:srgbClr val="0E5E6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37216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76672" y="35844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read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(requests/s) as parallel requests grow.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errors from building this setup, and their fixes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28346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6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known GPU vendor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cannot use the GPU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Toolkit + cdi generate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driver ... too 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needs newer CUDA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the Windows driver, regenerate CDI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memory ... less than desired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uses GPU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--gpu-memory-utilization 0.7 or 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wait, no incident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 not loaded (empty folder)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 jar path, --force-recreate connectors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AI_UNREACHABLE at startup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still loading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Wait; retry backoff PT30S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"Not found"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uses a missing template 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old versions, or re-apply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... still in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Engines left running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--profile "*"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mv: Permission denied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 owned by root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chown -R $USER:$USER ~/aimodels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the next engine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server: no connector changes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10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newengine: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&lt;engine image&gt;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container_name: newengine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profiles: ["engine"]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&lt;start options, model under /models&gt;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["&lt;free port&gt;:&lt;engine port&gt;"]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~/aimodels/&lt;format folder&gt;:/models:ro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[camunda]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resources: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reservations: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driver: nvidia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capabilities: [gpu]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0" y="132588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block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model folder, network, GPU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237744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it by name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newengine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3429000"/>
            <a:ext cx="502920" cy="5029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Other, Base URL http://newengine:&lt;port&gt;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5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</p:sp>
      <p:pic>
        <p:nvPicPr>
          <p:cNvPr id="3" name="Image 0" descr="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Ollama.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with vLLM.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 in whatever comes next.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A3F4A"/>
          </a:solidFill>
          <a:ln w="12700">
            <a:solidFill>
              <a:srgbClr val="F5B30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718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7614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with every release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will be updated with more inference engines for the connector.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14400" y="3657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github.com/rajeshponna/unified-local-ai-connector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5993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14400" y="4005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 Marketplace: Unified Local AI Connector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0740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14400" y="43525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launch series on LinkedIn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355080" y="777240"/>
            <a:ext cx="2286000" cy="228600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16" name="Image 5" descr="phot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850392"/>
            <a:ext cx="2139696" cy="213969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94360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Rajesh Ponna</a:t>
            </a:r>
            <a:endParaRPr lang="en-US" sz="2000" dirty="0"/>
          </a:p>
        </p:txBody>
      </p:sp>
      <p:sp>
        <p:nvSpPr>
          <p:cNvPr id="18" name="Text 10"/>
          <p:cNvSpPr txBox="1"/>
          <p:nvPr/>
        </p:nvSpPr>
        <p:spPr>
          <a:xfrm>
            <a:off x="594360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594360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Local AI Connector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project. Not affiliated with or endorsed by Camunda.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Local AI Connector</dc:title>
  <dc:subject>PptxGenJS Presentation</dc:subject>
  <dc:creator>PptxGenJS</dc:creator>
  <cp:lastModifiedBy>PptxGenJS</cp:lastModifiedBy>
  <cp:revision>1</cp:revision>
  <dcterms:created xsi:type="dcterms:W3CDTF">2026-09-27T11:52:27Z</dcterms:created>
  <dcterms:modified xsi:type="dcterms:W3CDTF">2026-09-27T11:52:27Z</dcterms:modified>
</cp:coreProperties>
</file>